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438" autoAdjust="0"/>
  </p:normalViewPr>
  <p:slideViewPr>
    <p:cSldViewPr snapToGrid="0">
      <p:cViewPr varScale="1">
        <p:scale>
          <a:sx n="92" d="100"/>
          <a:sy n="92" d="100"/>
        </p:scale>
        <p:origin x="215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1" dirty="0"/>
              <a:t>The Detail:</a:t>
            </a:r>
            <a:r>
              <a:rPr lang="en-US" dirty="0"/>
              <a:t> "It’s 8:15 AM. Most of us are still waking up. This engineer—let's call him Dave—is sitting in his home office or maybe at his desk in the utility's HQ. He’s looking at a legitimate Outlook window. The sun is hitting his desk. It’s a completely normal Tuesday.“</a:t>
            </a:r>
          </a:p>
          <a:p>
            <a:endParaRPr lang="en-US" dirty="0"/>
          </a:p>
          <a:p>
            <a:pPr marL="158750" indent="0">
              <a:buNone/>
            </a:pPr>
            <a:r>
              <a:rPr lang="en-US" b="1" dirty="0"/>
              <a:t>The Psychological Hook:</a:t>
            </a:r>
            <a:r>
              <a:rPr lang="en-US" dirty="0"/>
              <a:t> "He’s not looking for a threat. He’s looking for a way to get through his 'To-Do' list. When that notification pops up for the 'North Lebanon Infrastructure Assessment,' it doesn't trigger a single alarm bell. Why would it? It’s exactly what he was working on yesterday."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158750" indent="0">
              <a:buNone/>
            </a:pPr>
            <a:r>
              <a:rPr lang="en-US" b="1" dirty="0"/>
              <a:t>The Experience:</a:t>
            </a:r>
            <a:r>
              <a:rPr lang="en-US" dirty="0"/>
              <a:t> "He clicks the link. The browser spins for a second. He sees the Microsoft 'Sign-In' page. We’ve all seen it ten thousand times. The branding is perfect. The 'Privacy &amp; Cookies' links at the bottom work. He types his username. He types his password. He’s not being 'tricked' by a typo-squatted domain or a weird layout. He is looking at a live-stream of the real Microsoft.“</a:t>
            </a:r>
          </a:p>
          <a:p>
            <a:pPr marL="158750" indent="0">
              <a:buNone/>
            </a:pPr>
            <a:endParaRPr lang="en-US" b="0" dirty="0"/>
          </a:p>
          <a:p>
            <a:pPr marL="158750" indent="0">
              <a:buNone/>
            </a:pPr>
            <a:r>
              <a:rPr lang="en-US" b="1" dirty="0"/>
              <a:t>The MFA Moment:</a:t>
            </a:r>
            <a:r>
              <a:rPr lang="en-US" dirty="0"/>
              <a:t> "Then the push hits his phone. </a:t>
            </a:r>
            <a:r>
              <a:rPr lang="en-US" i="1" dirty="0"/>
              <a:t>Ping.</a:t>
            </a:r>
            <a:r>
              <a:rPr lang="en-US" dirty="0"/>
              <a:t> He doesn't even think about it. It’s muscle memory. Tap. Approve. He’s in. He sees the PDF. He spends ten minutes reading it. In his mind, he just had a productive morning."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The Pivot:</a:t>
            </a:r>
            <a:r>
              <a:rPr lang="en-US" dirty="0"/>
              <a:t> "But while Dave is reading that PDF, something is happening in the memory of a proxy server. That proxy didn't just pass him through; it </a:t>
            </a:r>
            <a:r>
              <a:rPr lang="en-US" b="1" dirty="0"/>
              <a:t>cloned</a:t>
            </a:r>
            <a:r>
              <a:rPr lang="en-US" dirty="0"/>
              <a:t> him. It didn't steal his password—Dave still has his password. It stole his </a:t>
            </a:r>
            <a:r>
              <a:rPr lang="en-US" b="1" dirty="0"/>
              <a:t>authenticated state</a:t>
            </a:r>
            <a:r>
              <a:rPr lang="en-US" dirty="0"/>
              <a:t>. By 9:30 AM, the attacker isn't 'trying' to get in. They are already at the table, drinking Dave's coffee, looking at Dave's emails, and Dave has no idea he’s been compromised."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The Nuance:</a:t>
            </a:r>
            <a:r>
              <a:rPr lang="en-US" dirty="0"/>
              <a:t> "This is why the 'Valet' is so dangerous. He doesn't look like a thief in a mask. He looks like a part of the infrastructure. He stands between the user and the destination, providing a service. He gives you exactly what you want—access to your file—while he keeps the only thing that matters: your claim ticket."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Intro: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"I'm Joel David Prentice. I work in vulnerability management. "Today, we aren't just looking at phish. We’re 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dismantling the valet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packet by packet."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76274e5ff_3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76274e5ff_3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The Pivot:</a:t>
            </a:r>
            <a:r>
              <a:rPr lang="en-US" dirty="0"/>
              <a:t> "So, Dave’s car is gone. His identity is cloned. But how? It’s not because our encryption is broken. It’s because our protocols have a massive, structural blind spot. We’ve spent a decade telling our boards that MFA is the finish line—that if we just get to 100% enrollment, the game is over. But in 2026, we have to admit that compliance is just the floor. We are building massive security stacks on top of a foundation that is fundamentally 'context-blind.’”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The $20 Bill "Money Shot" (1:30 - 3:00)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"At the heart of this is how we handle identity. Most MFA we use—Push, SMS, the 6-digit codes—ends with the server handing the user a </a:t>
            </a:r>
            <a:r>
              <a:rPr lang="en-US" b="1" dirty="0"/>
              <a:t>Bearer Token</a:t>
            </a:r>
            <a:r>
              <a:rPr lang="en-US" dirty="0"/>
              <a:t>. Think of this like a $20 bill. If I drop this in the hallway of the Farm Show complex and you pick it up, it’s yours. The guy selling coffee doesn't care who I am; he just cares that you’re holding the cash. Our session cookies—specifically that 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ESTSAUTHPERSISTENT</a:t>
            </a:r>
            <a:r>
              <a:rPr lang="en-US" dirty="0"/>
              <a:t> cookie—are digital cash. Because they aren't </a:t>
            </a:r>
            <a:r>
              <a:rPr lang="en-US" b="1" dirty="0"/>
              <a:t>'Sender-Constrained,'</a:t>
            </a:r>
            <a:r>
              <a:rPr lang="en-US" dirty="0"/>
              <a:t> the attacker doesn't need to be 'Dave.' They just need to 'bear' the token. They pluck it out of the air in Pennsylvania and spend it in a data center in a different time zone. To the server, that’s not a hack; that’s just a guy with a twenty.“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The "Two-Channel" Forensic (3:00 - 4:30)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"Why didn't Dave's phone warn him? It’s the gap between the Front and Back channels. Dave is in the Front-Channel—the browser. The real handshake is in the Back-Channel. When that push notification hit Dave’s phone at 8:15 AM, it asked: 'Are you trying to sign in?' It’s a simple binary question. It didn't mention the proxy. It didn't mention the JA4 fingerprint mismatch. The phone has zero cryptographic proof of the </a:t>
            </a:r>
            <a:r>
              <a:rPr lang="en-US" b="1" dirty="0"/>
              <a:t>Origin URL</a:t>
            </a:r>
            <a:r>
              <a:rPr lang="en-US" dirty="0"/>
              <a:t>. We are asking our employees to make high-stakes forensic decisions based on a 'Yes/No' button that is functionally blind to the network metadata.“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The "14-Day" Reality Check (4:30 - 5:00)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"And then we have the Persistence Trap. We’ve all set those 14-day or 30-day session windows because we don't want to get yelled at about 'MFA Fatigue.' Attackers </a:t>
            </a:r>
            <a:r>
              <a:rPr lang="en-US" i="1" dirty="0"/>
              <a:t>love</a:t>
            </a:r>
            <a:r>
              <a:rPr lang="en-US" dirty="0"/>
              <a:t> our convenience. They know once they have that cookie, your </a:t>
            </a:r>
            <a:r>
              <a:rPr lang="en-US" b="1" dirty="0"/>
              <a:t>Conditional Access</a:t>
            </a:r>
            <a:r>
              <a:rPr lang="en-US" dirty="0"/>
              <a:t> is taking a nap. You’ve built a 'Zero Trust' architecture that trusts a stolen piece of text for two weeks straight. Dave’s 'one-second' mistake becomes the attacker’s 'month-long' residency."</a:t>
            </a:r>
            <a:endParaRPr lang="en-US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76274e5ff_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76274e5ff_3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Not a Clone:</a:t>
            </a:r>
            <a:r>
              <a:rPr lang="en">
                <a:solidFill>
                  <a:schemeClr val="dk1"/>
                </a:solidFill>
              </a:rPr>
              <a:t> It’s a surgical, live-editing relay.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Search &amp; Replace:</a:t>
            </a:r>
            <a:r>
              <a:rPr lang="en">
                <a:solidFill>
                  <a:schemeClr val="dk1"/>
                </a:solidFill>
              </a:rPr>
              <a:t> NGINX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sub_filter</a:t>
            </a:r>
            <a:r>
              <a:rPr lang="en">
                <a:solidFill>
                  <a:schemeClr val="dk1"/>
                </a:solidFill>
              </a:rPr>
              <a:t>. It rewrites the fabric of the session in mid-air.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Stripping the Fabric:</a:t>
            </a:r>
            <a:r>
              <a:rPr lang="en">
                <a:solidFill>
                  <a:schemeClr val="dk1"/>
                </a:solidFill>
              </a:rPr>
              <a:t> Deleting CSP and X-Frame headers. Blinding the browser's internal defenses.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Termination Point:</a:t>
            </a:r>
            <a:r>
              <a:rPr lang="en">
                <a:solidFill>
                  <a:schemeClr val="dk1"/>
                </a:solidFill>
              </a:rPr>
              <a:t> Two tunnels. Attacker owns the keys to both.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Gore:</a:t>
            </a:r>
            <a:r>
              <a:rPr lang="en">
                <a:solidFill>
                  <a:schemeClr val="dk1"/>
                </a:solidFill>
              </a:rPr>
              <a:t> For a millisecond, the "Golden Ticket" exists in </a:t>
            </a:r>
            <a:r>
              <a:rPr lang="en" b="1">
                <a:solidFill>
                  <a:schemeClr val="dk1"/>
                </a:solidFill>
              </a:rPr>
              <a:t>plaintext</a:t>
            </a:r>
            <a:r>
              <a:rPr lang="en">
                <a:solidFill>
                  <a:schemeClr val="dk1"/>
                </a:solidFill>
              </a:rPr>
              <a:t> in the proxy's memory.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76274e5ff_3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76274e5ff_3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Bouncer:</a:t>
            </a:r>
            <a:r>
              <a:rPr lang="en">
                <a:solidFill>
                  <a:schemeClr val="dk1"/>
                </a:solidFill>
              </a:rPr>
              <a:t> Why don't automated tools kill this? They check IDs.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Digital Accent (JA4):</a:t>
            </a:r>
            <a:r>
              <a:rPr lang="en">
                <a:solidFill>
                  <a:schemeClr val="dk1"/>
                </a:solidFill>
              </a:rPr>
              <a:t> Checking TLS fingerprints. Bots "talk" differently than humans.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Silent Fail:</a:t>
            </a:r>
            <a:r>
              <a:rPr lang="en">
                <a:solidFill>
                  <a:schemeClr val="dk1"/>
                </a:solidFill>
              </a:rPr>
              <a:t> If it's a security scanner, show a 404. If it's a human in PA, open the door.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Humanity Test:</a:t>
            </a:r>
            <a:r>
              <a:rPr lang="en">
                <a:solidFill>
                  <a:schemeClr val="dk1"/>
                </a:solidFill>
              </a:rPr>
              <a:t> Behavioral gating. Form doesn't appear until mouse moves or window resizes.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Laundering the IP:</a:t>
            </a:r>
            <a:r>
              <a:rPr lang="en">
                <a:solidFill>
                  <a:schemeClr val="dk1"/>
                </a:solidFill>
              </a:rPr>
              <a:t> Residential proxies. It’s coming from a neighbor’s router, not a data center.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76274e5ff_3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76274e5ff_3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The Path of Least Resistance:</a:t>
            </a:r>
            <a:r>
              <a:rPr lang="en">
                <a:solidFill>
                  <a:schemeClr val="dk1"/>
                </a:solidFill>
              </a:rPr>
              <a:t> Moving from the managed laptop to the pocket.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Quishing (QR Phishing):</a:t>
            </a:r>
            <a:r>
              <a:rPr lang="en">
                <a:solidFill>
                  <a:schemeClr val="dk1"/>
                </a:solidFill>
              </a:rPr>
              <a:t> The ultimate "Black Box." Bypasses the entire corporate stack.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Mobile UI:</a:t>
            </a:r>
            <a:r>
              <a:rPr lang="en">
                <a:solidFill>
                  <a:schemeClr val="dk1"/>
                </a:solidFill>
              </a:rPr>
              <a:t> Cramped screens hide malicious URLs. No EDR on a personal iPhone.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Open Redirects:</a:t>
            </a:r>
            <a:r>
              <a:rPr lang="en">
                <a:solidFill>
                  <a:schemeClr val="dk1"/>
                </a:solidFill>
              </a:rPr>
              <a:t> Laundering reputation through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google.com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linkedin.com</a:t>
            </a:r>
            <a:r>
              <a:rPr lang="en">
                <a:solidFill>
                  <a:schemeClr val="dk1"/>
                </a:solidFill>
              </a:rPr>
              <a:t> redirects.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High-Fidelity AI:</a:t>
            </a:r>
            <a:r>
              <a:rPr lang="en">
                <a:solidFill>
                  <a:schemeClr val="dk1"/>
                </a:solidFill>
              </a:rPr>
              <a:t> Scraping LinkedIn. "Hey Joel, check the North Lebanon folder." Doubting the boss.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6274e5ff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76274e5ff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Synchronized Handshake:</a:t>
            </a:r>
            <a:r>
              <a:rPr lang="en">
                <a:solidFill>
                  <a:schemeClr val="dk1"/>
                </a:solidFill>
              </a:rPr>
              <a:t> Mirroring keystrokes to the real Microsoft in real-time.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Relay:</a:t>
            </a:r>
            <a:r>
              <a:rPr lang="en">
                <a:solidFill>
                  <a:schemeClr val="dk1"/>
                </a:solidFill>
              </a:rPr>
              <a:t> User approves MFA on their phone → Proxy catches the success.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Plucking the Ticket:</a:t>
            </a:r>
            <a:r>
              <a:rPr lang="en">
                <a:solidFill>
                  <a:schemeClr val="dk1"/>
                </a:solidFill>
              </a:rPr>
              <a:t> Capturing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ESTSAUTHPERSISTENT</a:t>
            </a:r>
            <a:r>
              <a:rPr lang="en">
                <a:solidFill>
                  <a:schemeClr val="dk1"/>
                </a:solidFill>
              </a:rPr>
              <a:t>. The proof of a completed MFA.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Clean Hand-off:</a:t>
            </a:r>
            <a:r>
              <a:rPr lang="en">
                <a:solidFill>
                  <a:schemeClr val="dk1"/>
                </a:solidFill>
              </a:rPr>
              <a:t> Redirecting to the real file. No suspicion.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Win:</a:t>
            </a:r>
            <a:r>
              <a:rPr lang="en">
                <a:solidFill>
                  <a:schemeClr val="dk1"/>
                </a:solidFill>
              </a:rPr>
              <a:t> Attacker doesn't have a password; they have a fully authenticated clone.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6274e5ff_3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76274e5ff_3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Myth:</a:t>
            </a:r>
            <a:r>
              <a:rPr lang="en">
                <a:solidFill>
                  <a:schemeClr val="dk1"/>
                </a:solidFill>
              </a:rPr>
              <a:t> "Password reset is a Kill Switch." (It's a lie).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Teleportation:</a:t>
            </a:r>
            <a:r>
              <a:rPr lang="en">
                <a:solidFill>
                  <a:schemeClr val="dk1"/>
                </a:solidFill>
              </a:rPr>
              <a:t> Injecting the cookie into a clean browser globally.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Decoupled Identity:</a:t>
            </a:r>
            <a:r>
              <a:rPr lang="en">
                <a:solidFill>
                  <a:schemeClr val="dk1"/>
                </a:solidFill>
              </a:rPr>
              <a:t> Session tokens don't care if the password changed.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60-Minute Window:</a:t>
            </a:r>
            <a:r>
              <a:rPr lang="en">
                <a:solidFill>
                  <a:schemeClr val="dk1"/>
                </a:solidFill>
              </a:rPr>
              <a:t> Attacker isn't reading; they're building.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Persistence:</a:t>
            </a:r>
            <a:r>
              <a:rPr lang="en">
                <a:solidFill>
                  <a:schemeClr val="dk1"/>
                </a:solidFill>
              </a:rPr>
              <a:t> Backdoor MFA, malicious OAuth apps, and silent inbox forwarding rules.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6274e5ff_3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6274e5ff_3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Mirror Shatterer:</a:t>
            </a:r>
            <a:r>
              <a:rPr lang="en">
                <a:solidFill>
                  <a:schemeClr val="dk1"/>
                </a:solidFill>
              </a:rPr>
              <a:t> Changing the physics of the login.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No More Secrets:</a:t>
            </a:r>
            <a:r>
              <a:rPr lang="en">
                <a:solidFill>
                  <a:schemeClr val="dk1"/>
                </a:solidFill>
              </a:rPr>
              <a:t> Asymmetric Cryptography. Private key never leaves the silicon.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Origin Binding:</a:t>
            </a:r>
            <a:r>
              <a:rPr lang="en">
                <a:solidFill>
                  <a:schemeClr val="dk1"/>
                </a:solidFill>
              </a:rPr>
              <a:t> The browser proves the URL to the key.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Hard Refusal: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microsoft-security.com</a:t>
            </a:r>
            <a:r>
              <a:rPr lang="en">
                <a:solidFill>
                  <a:schemeClr val="dk1"/>
                </a:solidFill>
              </a:rPr>
              <a:t> isn't on the list. No signature, no login.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Burden Shift:</a:t>
            </a:r>
            <a:r>
              <a:rPr lang="en">
                <a:solidFill>
                  <a:schemeClr val="dk1"/>
                </a:solidFill>
              </a:rPr>
              <a:t> Moving defense from the user's eyes to the computer's math.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6274e5ff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76274e5ff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Beyond the Login:</a:t>
            </a:r>
            <a:r>
              <a:rPr lang="en">
                <a:solidFill>
                  <a:schemeClr val="dk1"/>
                </a:solidFill>
              </a:rPr>
              <a:t> Locking the active session.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Digital Brick (DBSC):</a:t>
            </a:r>
            <a:r>
              <a:rPr lang="en">
                <a:solidFill>
                  <a:schemeClr val="dk1"/>
                </a:solidFill>
              </a:rPr>
              <a:t> Binding the cookie to the TPM 2.0 chip on the motherboard.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Hardware Anchor:</a:t>
            </a:r>
            <a:r>
              <a:rPr lang="en">
                <a:solidFill>
                  <a:schemeClr val="dk1"/>
                </a:solidFill>
              </a:rPr>
              <a:t> Token is useless the second it leaves that specific laptop.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Heartbeat:</a:t>
            </a:r>
            <a:r>
              <a:rPr lang="en">
                <a:solidFill>
                  <a:schemeClr val="dk1"/>
                </a:solidFill>
              </a:rPr>
              <a:t> Continuous Proof-of-Possession. Server asks: "Do you still have the chip?"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CAE:</a:t>
            </a:r>
            <a:r>
              <a:rPr lang="en">
                <a:solidFill>
                  <a:schemeClr val="dk1"/>
                </a:solidFill>
              </a:rPr>
              <a:t> Real-time revocation. Impossible travel = Global kill in under 60 seconds.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76274e5ff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76274e5ff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Architecture &gt; Awareness:</a:t>
            </a:r>
            <a:r>
              <a:rPr lang="en">
                <a:solidFill>
                  <a:schemeClr val="dk1"/>
                </a:solidFill>
              </a:rPr>
              <a:t> Stop training users to be protocol analysts.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Monday Audit:</a:t>
            </a:r>
            <a:r>
              <a:rPr lang="en">
                <a:solidFill>
                  <a:schemeClr val="dk1"/>
                </a:solidFill>
              </a:rPr>
              <a:t> FIDO2 for all Admins. If they don't have a key, the door is open.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IR Update:</a:t>
            </a:r>
            <a:r>
              <a:rPr lang="en">
                <a:solidFill>
                  <a:schemeClr val="dk1"/>
                </a:solidFill>
              </a:rPr>
              <a:t> Revoke Sessions </a:t>
            </a:r>
            <a:r>
              <a:rPr lang="en" b="1">
                <a:solidFill>
                  <a:schemeClr val="dk1"/>
                </a:solidFill>
              </a:rPr>
              <a:t>FIRST</a:t>
            </a:r>
            <a:r>
              <a:rPr lang="en">
                <a:solidFill>
                  <a:schemeClr val="dk1"/>
                </a:solidFill>
              </a:rPr>
              <a:t>, reset password second. Kill the tokens.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The Final Word:</a:t>
            </a:r>
            <a:r>
              <a:rPr lang="en">
                <a:solidFill>
                  <a:schemeClr val="dk1"/>
                </a:solidFill>
              </a:rPr>
              <a:t> Use the hardware you already paid for (TPM/FIDO).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Closing:</a:t>
            </a:r>
            <a:r>
              <a:rPr lang="en">
                <a:solidFill>
                  <a:schemeClr val="dk1"/>
                </a:solidFill>
              </a:rPr>
              <a:t> Blueprints are yours. Drain the watering holes. Thank you, BSides.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76274e5ff_3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76274e5ff_3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Open for questions.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 ready for: "How much does Evilginx Pro cost?", "Does this work on mobile?", and "How do I revoke tokens in Entra ID?"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Phishing: Same Watering Holes, New Lures &#10;&#10;Evolving Tactics in an Age-Old Attack Vector &#10;&#10;Joel Prentice eCPPT&#10;&#10;BSides 2026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The Fall of Legacy MFA&#10;Visual:&#10;&#10;Content: * Push Notifications &amp; OTP: The &quot;Illusory Security.&quot;&#10;&#10;The Token is the Target: Why passwords don't matter anymore.&#10;&#10;The &quot;Invisible&quot; Proxy: How the user sees the real site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1"/>
    </mc:Choice>
    <mc:Fallback xmlns="">
      <p:transition spd="slow" advTm="30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Technical Mechanics of Evilginx&#10;&#10;Phishlets: The &quot;Blueprints&quot; for proxying specific sites.&#10;&#10;Lures: Custom URL generation and tracking.&#10;&#10;The Reverse Proxy Engine: Handling real-time traffic manipulation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Advanced Evasion (The 2026 Landscape)&#10;&#10;Botguard &amp; JA4 Fingerprinting: Blocking security scanners.&#10;&#10;CSS Canary Tokens: Detecting if the site is being analyzed.&#10;&#10;Wildcard TLS &amp; Transparency Evasion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descr="The Attack Walkthrough - Phase 1: The Lure&#10;&#10;Infrastructure Setup: VPS, Domain, and Cloudflare.&#10;&#10;Pretexting with AI: Crafting the perfect, error-free lure.&#10;&#10;Multi-Channel Delivery: SMS (Smishing) vs. Email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descr="The Attack Walkthrough - Phase 2: The Capture&#10;&#10;The Proxy Handshake: Handling 2FA prompts in real-time.&#10;&#10;Bypassing &quot;Push&quot; and &quot;Number Matching.&quot;&#10;&#10;The Jackpot: Capturing the JSON Web Token (JWT) or Session Cookie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descr="Format in the same way as  the previous slides: Post-Compromise - What Happens with the Token?&#10;Content:&#10;&#10;Token Replay Attacks: Using the cookie on a different machine.&#10;&#10;Lateral Movement: Accessing SharePoint, Teams, and Email.&#10;&#10;Persistence: How attackers stay in even if you change your password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descr="format in accordance with previous slides: Visual: [Image comparing OTP/Push vs. FIDO2/WebAuthn architecture]&#10;&#10;Content:&#10;&#10;FIDO2/WebAuthn: The only true defense.&#10;&#10;Passkeys: Why device-bound credentials win.&#10;&#10;Token Binding: Making cookies useless on other device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28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descr="Format in accordance with previous slides: Defensive Architecture &amp; Detection&#10;Content:&#10;&#10;Conditional Access (CA): Geographic and device compliance filters.&#10;&#10;Monitoring for Impossible Travel: Detecting session hijacking.&#10;&#10;Browser Isolation: Neutralizing the proxy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descr="Format in accordance with previous slides: Conclusion &amp; Call to Action&#10;Content:&#10;&#10;Audit Your Privileged Accounts: Move Admins to FIDO2 today.&#10;&#10;Update Incident Response: How to revoke session tokens instantly.&#10;&#10;The Future: AI-on-AI Phishing warfare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g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75" y="628650"/>
            <a:ext cx="3238500" cy="194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4708</TotalTime>
  <Words>1588</Words>
  <Application>Microsoft Office PowerPoint</Application>
  <PresentationFormat>On-screen Show (16:9)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Roboto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Prentice, Joel</cp:lastModifiedBy>
  <cp:revision>3</cp:revision>
  <dcterms:modified xsi:type="dcterms:W3CDTF">2026-05-03T21:08:43Z</dcterms:modified>
</cp:coreProperties>
</file>